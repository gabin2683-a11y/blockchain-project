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5/26 시연 결과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구현 &amp; 시연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Live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제안한 5단계 흐름을 실제로 구현하고 작동을 확인했습니다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블록체인 — ERC-721 배포 &amp; 민팅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작성한 WaferRegistry 컨트랙트를 로컬 테스트넷에 배포, 웨이퍼 3건을 NFT로 민팅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11266" cy="36576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project/step5_demo/img/blockchain_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11982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결과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16184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완료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856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WaferRegistry 컨트랙트가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네트워크에 배포됨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368296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350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민팅 3건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W001 / W010 / W019 웨이퍼를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토큰으로 발행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118104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099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온체인 기록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토큰에 결함 종류 + 해시를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logDiagnosis 이벤트로 기록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3867912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849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검증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4105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getDiagnosis로 다시 읽어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 정확성 확인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MCP 서버 — Claude Desktop 연동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진단 tool 4종을 제공하는 MCP 서버를 직접 구축, Claude Desktop에 연결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84774" cy="365760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project/step5_demo/img/mcp_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19333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wafer-defect 서버 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86600" y="124358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243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1208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제공하는 tool 4종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011680"/>
            <a:ext cx="338328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011680"/>
            <a:ext cx="54864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6672" y="2057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log_defect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76672" y="2258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검사 결과를 이력 DB에 저장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578608"/>
            <a:ext cx="338328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2578608"/>
            <a:ext cx="54864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6672" y="2624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query_history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76672" y="28254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결함 패턴의 과거 이력 조회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145536"/>
            <a:ext cx="338328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145536"/>
            <a:ext cx="54864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31912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classify_defect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76672" y="3392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결함률·패턴으로 9종 분류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12080" y="3712464"/>
            <a:ext cx="338328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12080" y="3712464"/>
            <a:ext cx="54864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76672" y="3758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get_token_uri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76672" y="3959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온체인 NFT 기록 여부 확인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12080" y="4370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원본 데이터는 로컬 서버에만 존재 — LLM은 tool 호출로만 접근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자연어 진단 — LLM이 tool 호출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엔지니어가 코드 없이 자연어로 질문 → LLM이 알맞은 MCP tool을 자동 호출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38328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project/step5_demo/img/q1_query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931920" cy="2457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query_history — 결함 이력 조회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931920" cy="338328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/home/claude/project/step5_demo/img/q2_class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3931920" cy="2457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224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classify_defect — 결함 종류 분류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질문만 던지면 Claude가 wafer-defect 서버의 tool을 찾아 호출하고, 결과를 표로 정리해 분석까지 덧붙인다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통합 — 블록체인 ↔ MCP 연결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블록체인에 민팅한 기록을, MCP 도구로 자연어 조회 — 전체 흐름이 하나로 이어진다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754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/home/claude/project/step5_demo/img/q4_get_token_u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0" cy="2857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핵심: 상태 변화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1645920"/>
            <a:ext cx="3108960" cy="1005840"/>
          </a:xfrm>
          <a:prstGeom prst="rect">
            <a:avLst/>
          </a:prstGeom>
          <a:solidFill>
            <a:srgbClr val="2A32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 (민팅 전)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get_token_uri(W001)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"아직 온체인에 기록되지 않음"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86600" y="2697480"/>
            <a:ext cx="274320" cy="27432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(민팅 반영)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0" y="3063240"/>
            <a:ext cx="310896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 (민팅 후)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5216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get_token_uri(W001)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36301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"온체인 기록됨"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token_id: 1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ipfs://QmWaferW001Center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질문, 민팅 전후로 답이 바뀐다 — 블록체인 기록을 AI가 실시간 반영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구현 정리 &amp; 한계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실제로 구현하고 작동을 확인한 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WM-811K 9종 결함 패턴 기반 웨이퍼맵 + 이력 DB 구성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804672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8424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9842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컨트랙트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9842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WaferRegistry 작성·배포, 웨이퍼 NFT 민팅 + 진단 온체인 기록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804672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5117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511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55117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4종 구현, Claude Desktop 연동 (running 확인)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8046720" cy="47548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1810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1181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11810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민팅된 웨이퍼를 MCP로 자연어 조회 — 블록체인↔AI 흐름 완성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 &amp; 향후 확장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결함 분류가 규칙 기반 — 실제 이미지 인식 모델로 고도화 여지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로컬 테스트넷 사용 — Sepolia 등 공개 테스트넷 배포로 확장 가능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Wafer Defect Diagnosis - Demo Results</dc:title>
  <dc:subject>PptxGenJS Presentation</dc:subject>
  <dc:creator>Gabin</dc:creator>
  <cp:lastModifiedBy>Gabin</cp:lastModifiedBy>
  <cp:revision>1</cp:revision>
  <dcterms:created xsi:type="dcterms:W3CDTF">2026-05-26T03:03:44Z</dcterms:created>
  <dcterms:modified xsi:type="dcterms:W3CDTF">2026-05-26T03:03:44Z</dcterms:modified>
</cp:coreProperties>
</file>