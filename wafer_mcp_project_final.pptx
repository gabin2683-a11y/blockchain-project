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블록체인실습 · 텀 프로젝트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914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0" cy="457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82880"/>
            <a:ext cx="9144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82880"/>
            <a:ext cx="0" cy="457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777240"/>
            <a:ext cx="731520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7772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웨이퍼 결함 이력을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MCP로 조회·진단하기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웨이퍼 결함 9종 데이터 × MCP Server × LLM × Blockchain을 한 흐름으로 연결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520440"/>
            <a:ext cx="27432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 ×  IPFS  ×  MCP  ×  LLM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가빈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228600" cy="22860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4114800"/>
            <a:ext cx="457200" cy="1097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4343400"/>
            <a:ext cx="201168" cy="10972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무엇을 만들었는가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"결함 데이터는 공정의 핵심 — 보안은 지키면서, LLM으로 바로 분석할 수 없을까?"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아이디어 한 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29968"/>
            <a:ext cx="64008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웨이퍼 결함 이력 데이터를 MCP 서버 안에 보관하고,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도구 호출로 결함을 분류·이력 조회하게 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결과만 블록체인에 기록해 위변조 없이 남겼다.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MCP인가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2651760" cy="12344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11880"/>
            <a:ext cx="64008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보안 유지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데이터는 로컬 MCP 서버에만 존재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LLM에 직접 전송하지 않음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611880"/>
            <a:ext cx="2651760" cy="12344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611880"/>
            <a:ext cx="64008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즉시 조회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9776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엔지니어가 자연어로 질문하면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도구가 유사 결함 이력을 검색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611880"/>
            <a:ext cx="2651760" cy="12344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611880"/>
            <a:ext cx="64008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업무 효율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9776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분류·이력 확인을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없이 LLM 채팅으로 처리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시스템 구조 &amp; 데이터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572768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1572768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280160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웨이퍼 결함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9종 패턴 이력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(JSON 이력 DB)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47088" y="1760220"/>
            <a:ext cx="146304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664208"/>
            <a:ext cx="164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868680"/>
            <a:ext cx="1572768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68680"/>
            <a:ext cx="1572768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868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MCP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66544" y="1280160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이미지 저장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 조회 tool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요청 tool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1760220"/>
            <a:ext cx="146304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64208"/>
            <a:ext cx="164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868680"/>
            <a:ext cx="1572768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868680"/>
            <a:ext cx="1572768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868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1280160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질의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tool 호출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85232" y="1760220"/>
            <a:ext cx="146304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1664208"/>
            <a:ext cx="164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31536" y="868680"/>
            <a:ext cx="1572768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868680"/>
            <a:ext cx="1572768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868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STORAGE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1280160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형식 URI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해시 생성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04304" y="1760220"/>
            <a:ext cx="146304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1664208"/>
            <a:ext cx="164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50608" y="868680"/>
            <a:ext cx="1572768" cy="1783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50608" y="868680"/>
            <a:ext cx="1572768" cy="38404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868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RECORD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1280160"/>
            <a:ext cx="14264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mint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tokenURI 기록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Hardhat 로컬 체인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880360"/>
            <a:ext cx="841248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07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서버 내부 구조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218688"/>
            <a:ext cx="1828800" cy="530352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2186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log_defect()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이미지 저장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97480" y="3218688"/>
            <a:ext cx="1828800" cy="530352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2186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query_history()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이력 조회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218688"/>
            <a:ext cx="1828800" cy="530352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186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  classify_defect()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종류 분류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3218688"/>
            <a:ext cx="1828800" cy="530352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32186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get_token_uri()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기록 확인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검증 흐름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554480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18688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029968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질의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82896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94176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호출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47104" y="4297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58384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결과 대조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22592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완료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과정 &amp; 기술 스택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65960" cy="43891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96596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준비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WM-811K 9종 패턴 체계 채택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결함 이력 데이터 생성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이력 DB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78992" y="2724912"/>
            <a:ext cx="438912" cy="438912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65960" cy="43891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261872"/>
            <a:ext cx="196596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3258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서버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6916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MCP 서버 작성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4종 구현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 연결 테스트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2724912"/>
            <a:ext cx="438912" cy="438912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822960"/>
            <a:ext cx="1965960" cy="43891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822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261872"/>
            <a:ext cx="196596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3258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블록체인 연동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6916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형식 tokenURI 구성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스마트컨트랙트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 로컬 네트워크 배포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76672" y="2724912"/>
            <a:ext cx="438912" cy="438912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822960"/>
            <a:ext cx="1965960" cy="43891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822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261872"/>
            <a:ext cx="196596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3258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통합 &amp; 시연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169164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 연결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 시나리오 테스트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캡처·정리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25512" y="2724912"/>
            <a:ext cx="438912" cy="438912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20040" y="3685032"/>
            <a:ext cx="39319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85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71600" y="3685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WM-811K 9종 패턴 체계, JSON 이력 DB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59352"/>
            <a:ext cx="393192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9593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39593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FastMCP (Python), Claude Desktop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233672"/>
            <a:ext cx="39319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33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71600" y="4233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(Claude Desktop 연동)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4507992"/>
            <a:ext cx="393192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5079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71600" y="4507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ERC-721, Hardhat 2 로컬 네트워크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782312"/>
            <a:ext cx="39319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782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스토리지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371600" y="47823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형식 tokenURI + 데이터 해시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사용 시나리오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572000" y="3685032"/>
            <a:ext cx="42062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685032"/>
            <a:ext cx="64008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74904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엔지니어: "Edge-Ring 패턴 결함 비슷한 사례 있어?"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LLM이 MCP query_history() 호출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유사 결함 TOP 3 이력 반환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분석 결과를 온체인에 기록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최종 결과물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560320" cy="2194560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2560320" cy="640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서버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이미지 저장·조회·분류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4종이 동작하는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MCP 서버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560320" cy="2194560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868680"/>
            <a:ext cx="2560320" cy="640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진단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질의로 결함 이력 검색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Claude가 결함 종류 추론 후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리포트 출력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560320" cy="2194560"/>
          </a:xfrm>
          <a:prstGeom prst="rect">
            <a:avLst/>
          </a:prstGeom>
          <a:solidFill>
            <a:srgbClr val="2E2E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868680"/>
            <a:ext cx="2560320" cy="640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온체인 기록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82880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결과 해시를 tokenURI로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NFT로 민팅</a:t>
            </a:r>
            <a:endParaRPr lang="en-US" sz="1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 로컬 체인에서 검증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400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 &amp; 향후 확장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현재는 합성 데이터 기반 — 실제 공정 데이터 연동 시 MCP 보안 설계가 더 중요해짐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Sepolia 등 퍼블릭 테스트넷 배포로 외부 검증 가능성 확장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RAG 파이프라인 연결로 더 정밀한 유사 이력 검색 확장 가능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2026-05-19T04:46:20Z</dcterms:created>
  <dcterms:modified xsi:type="dcterms:W3CDTF">2026-05-19T04:46:20Z</dcterms:modified>
</cp:coreProperties>
</file>